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62" r:id="rId2"/>
    <p:sldId id="256" r:id="rId3"/>
    <p:sldId id="257" r:id="rId4"/>
    <p:sldId id="258" r:id="rId5"/>
    <p:sldId id="259" r:id="rId6"/>
    <p:sldId id="260" r:id="rId7"/>
    <p:sldId id="263" r:id="rId8"/>
    <p:sldId id="264" r:id="rId9"/>
    <p:sldId id="265" r:id="rId10"/>
    <p:sldId id="261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E00CAD-79E3-4FBB-8F90-16A531F097F9}" v="28" dt="2026-07-30T04:57:18.05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7" d="100"/>
          <a:sy n="77" d="100"/>
        </p:scale>
        <p:origin x="77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usha Reddy" userId="397adb79a346ac92" providerId="LiveId" clId="{DD67E0AF-8F9D-4DD1-B3E3-8088460D465E}"/>
    <pc:docChg chg="undo custSel addSld modSld sldOrd">
      <pc:chgData name="Anusha Reddy" userId="397adb79a346ac92" providerId="LiveId" clId="{DD67E0AF-8F9D-4DD1-B3E3-8088460D465E}" dt="2026-07-30T04:59:09.640" v="1128" actId="21"/>
      <pc:docMkLst>
        <pc:docMk/>
      </pc:docMkLst>
      <pc:sldChg chg="modSp mod ord">
        <pc:chgData name="Anusha Reddy" userId="397adb79a346ac92" providerId="LiveId" clId="{DD67E0AF-8F9D-4DD1-B3E3-8088460D465E}" dt="2026-07-30T03:08:24.104" v="1091" actId="27636"/>
        <pc:sldMkLst>
          <pc:docMk/>
          <pc:sldMk cId="3816160058" sldId="256"/>
        </pc:sldMkLst>
        <pc:spChg chg="mod">
          <ac:chgData name="Anusha Reddy" userId="397adb79a346ac92" providerId="LiveId" clId="{DD67E0AF-8F9D-4DD1-B3E3-8088460D465E}" dt="2026-07-25T02:08:37.040" v="120" actId="14100"/>
          <ac:spMkLst>
            <pc:docMk/>
            <pc:sldMk cId="3816160058" sldId="256"/>
            <ac:spMk id="2" creationId="{BEB5B926-83D1-0123-F65A-7D2F0195E193}"/>
          </ac:spMkLst>
        </pc:spChg>
        <pc:spChg chg="mod">
          <ac:chgData name="Anusha Reddy" userId="397adb79a346ac92" providerId="LiveId" clId="{DD67E0AF-8F9D-4DD1-B3E3-8088460D465E}" dt="2026-07-30T03:08:24.104" v="1091" actId="27636"/>
          <ac:spMkLst>
            <pc:docMk/>
            <pc:sldMk cId="3816160058" sldId="256"/>
            <ac:spMk id="3" creationId="{5C809C77-F755-CA4D-7C96-DF83C2F25CFB}"/>
          </ac:spMkLst>
        </pc:spChg>
      </pc:sldChg>
      <pc:sldChg chg="modSp mod">
        <pc:chgData name="Anusha Reddy" userId="397adb79a346ac92" providerId="LiveId" clId="{DD67E0AF-8F9D-4DD1-B3E3-8088460D465E}" dt="2026-07-25T02:38:20.036" v="168" actId="27636"/>
        <pc:sldMkLst>
          <pc:docMk/>
          <pc:sldMk cId="3950761353" sldId="257"/>
        </pc:sldMkLst>
        <pc:spChg chg="mod">
          <ac:chgData name="Anusha Reddy" userId="397adb79a346ac92" providerId="LiveId" clId="{DD67E0AF-8F9D-4DD1-B3E3-8088460D465E}" dt="2026-07-25T02:38:20.036" v="168" actId="27636"/>
          <ac:spMkLst>
            <pc:docMk/>
            <pc:sldMk cId="3950761353" sldId="257"/>
            <ac:spMk id="2" creationId="{7291BCD1-C2AE-1D54-BB75-42B277F66991}"/>
          </ac:spMkLst>
        </pc:spChg>
        <pc:spChg chg="mod">
          <ac:chgData name="Anusha Reddy" userId="397adb79a346ac92" providerId="LiveId" clId="{DD67E0AF-8F9D-4DD1-B3E3-8088460D465E}" dt="2026-07-25T02:37:40.519" v="134" actId="2710"/>
          <ac:spMkLst>
            <pc:docMk/>
            <pc:sldMk cId="3950761353" sldId="257"/>
            <ac:spMk id="3" creationId="{51555921-CFAC-778F-326B-D8AB4AB6E594}"/>
          </ac:spMkLst>
        </pc:spChg>
      </pc:sldChg>
      <pc:sldChg chg="addSp delSp modSp mod">
        <pc:chgData name="Anusha Reddy" userId="397adb79a346ac92" providerId="LiveId" clId="{DD67E0AF-8F9D-4DD1-B3E3-8088460D465E}" dt="2026-07-25T02:45:46.151" v="203" actId="207"/>
        <pc:sldMkLst>
          <pc:docMk/>
          <pc:sldMk cId="416444715" sldId="258"/>
        </pc:sldMkLst>
        <pc:spChg chg="mod">
          <ac:chgData name="Anusha Reddy" userId="397adb79a346ac92" providerId="LiveId" clId="{DD67E0AF-8F9D-4DD1-B3E3-8088460D465E}" dt="2026-07-25T02:44:24.551" v="198" actId="20577"/>
          <ac:spMkLst>
            <pc:docMk/>
            <pc:sldMk cId="416444715" sldId="258"/>
            <ac:spMk id="2" creationId="{6648B971-8180-6359-38CE-01E9DF26F1F4}"/>
          </ac:spMkLst>
        </pc:spChg>
        <pc:graphicFrameChg chg="add mod modGraphic">
          <ac:chgData name="Anusha Reddy" userId="397adb79a346ac92" providerId="LiveId" clId="{DD67E0AF-8F9D-4DD1-B3E3-8088460D465E}" dt="2026-07-25T02:45:46.151" v="203" actId="207"/>
          <ac:graphicFrameMkLst>
            <pc:docMk/>
            <pc:sldMk cId="416444715" sldId="258"/>
            <ac:graphicFrameMk id="5" creationId="{BB765AE0-5B8F-D63A-E3C6-20ED37C63F80}"/>
          </ac:graphicFrameMkLst>
        </pc:graphicFrameChg>
      </pc:sldChg>
      <pc:sldChg chg="addSp delSp modSp mod">
        <pc:chgData name="Anusha Reddy" userId="397adb79a346ac92" providerId="LiveId" clId="{DD67E0AF-8F9D-4DD1-B3E3-8088460D465E}" dt="2026-07-25T04:41:48.676" v="573" actId="20577"/>
        <pc:sldMkLst>
          <pc:docMk/>
          <pc:sldMk cId="1099091109" sldId="259"/>
        </pc:sldMkLst>
        <pc:spChg chg="mod">
          <ac:chgData name="Anusha Reddy" userId="397adb79a346ac92" providerId="LiveId" clId="{DD67E0AF-8F9D-4DD1-B3E3-8088460D465E}" dt="2026-07-25T04:36:41.140" v="471" actId="1076"/>
          <ac:spMkLst>
            <pc:docMk/>
            <pc:sldMk cId="1099091109" sldId="259"/>
            <ac:spMk id="2" creationId="{F49D490E-9867-BA7B-E797-1D89F0152CD2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4" creationId="{C3EB8A2C-8A92-A62B-873D-AFC0AF23DB23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6" creationId="{C244D1E3-234E-B0BC-06AA-E8DD44242571}"/>
          </ac:spMkLst>
        </pc:spChg>
        <pc:spChg chg="add mod">
          <ac:chgData name="Anusha Reddy" userId="397adb79a346ac92" providerId="LiveId" clId="{DD67E0AF-8F9D-4DD1-B3E3-8088460D465E}" dt="2026-07-25T04:40:15.487" v="497" actId="20577"/>
          <ac:spMkLst>
            <pc:docMk/>
            <pc:sldMk cId="1099091109" sldId="259"/>
            <ac:spMk id="7" creationId="{77603097-CE46-CE98-4455-FDCB736396B7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8" creationId="{F51F9C63-CF63-0D18-D525-052FC3F9A75C}"/>
          </ac:spMkLst>
        </pc:spChg>
        <pc:spChg chg="add mod">
          <ac:chgData name="Anusha Reddy" userId="397adb79a346ac92" providerId="LiveId" clId="{DD67E0AF-8F9D-4DD1-B3E3-8088460D465E}" dt="2026-07-25T04:41:08.425" v="532" actId="404"/>
          <ac:spMkLst>
            <pc:docMk/>
            <pc:sldMk cId="1099091109" sldId="259"/>
            <ac:spMk id="9" creationId="{C522C7CF-BAEE-7437-3329-CC4268A1F447}"/>
          </ac:spMkLst>
        </pc:spChg>
        <pc:spChg chg="add mod">
          <ac:chgData name="Anusha Reddy" userId="397adb79a346ac92" providerId="LiveId" clId="{DD67E0AF-8F9D-4DD1-B3E3-8088460D465E}" dt="2026-07-25T04:41:28.064" v="550" actId="20577"/>
          <ac:spMkLst>
            <pc:docMk/>
            <pc:sldMk cId="1099091109" sldId="259"/>
            <ac:spMk id="10" creationId="{0B9B6B2E-B129-A107-5510-FA11967FFA13}"/>
          </ac:spMkLst>
        </pc:spChg>
        <pc:spChg chg="add mod">
          <ac:chgData name="Anusha Reddy" userId="397adb79a346ac92" providerId="LiveId" clId="{DD67E0AF-8F9D-4DD1-B3E3-8088460D465E}" dt="2026-07-25T04:41:48.676" v="573" actId="20577"/>
          <ac:spMkLst>
            <pc:docMk/>
            <pc:sldMk cId="1099091109" sldId="259"/>
            <ac:spMk id="11" creationId="{BED7CD8B-20B4-8F7F-11BA-77BDC1179041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12" creationId="{D2021B29-3BEC-6623-C14E-05ADB2C094BE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13" creationId="{D1E0BB4A-B8A0-8660-0264-2138AC416A4C}"/>
          </ac:spMkLst>
        </pc:spChg>
        <pc:spChg chg="add mod">
          <ac:chgData name="Anusha Reddy" userId="397adb79a346ac92" providerId="LiveId" clId="{DD67E0AF-8F9D-4DD1-B3E3-8088460D465E}" dt="2026-07-25T04:30:25.068" v="366" actId="14100"/>
          <ac:spMkLst>
            <pc:docMk/>
            <pc:sldMk cId="1099091109" sldId="259"/>
            <ac:spMk id="14" creationId="{4C5C361C-505F-1674-BAAF-43AA66A9BC59}"/>
          </ac:spMkLst>
        </pc:spChg>
        <pc:spChg chg="add mod">
          <ac:chgData name="Anusha Reddy" userId="397adb79a346ac92" providerId="LiveId" clId="{DD67E0AF-8F9D-4DD1-B3E3-8088460D465E}" dt="2026-07-25T04:35:51.762" v="470" actId="1036"/>
          <ac:spMkLst>
            <pc:docMk/>
            <pc:sldMk cId="1099091109" sldId="259"/>
            <ac:spMk id="15" creationId="{025C6DD2-DE94-7E4A-8707-DCCCFB5405D7}"/>
          </ac:spMkLst>
        </pc:spChg>
      </pc:sldChg>
      <pc:sldChg chg="modSp mod">
        <pc:chgData name="Anusha Reddy" userId="397adb79a346ac92" providerId="LiveId" clId="{DD67E0AF-8F9D-4DD1-B3E3-8088460D465E}" dt="2026-07-25T04:46:30.655" v="634" actId="12"/>
        <pc:sldMkLst>
          <pc:docMk/>
          <pc:sldMk cId="1880619628" sldId="260"/>
        </pc:sldMkLst>
        <pc:spChg chg="mod">
          <ac:chgData name="Anusha Reddy" userId="397adb79a346ac92" providerId="LiveId" clId="{DD67E0AF-8F9D-4DD1-B3E3-8088460D465E}" dt="2026-07-25T04:43:43" v="615" actId="1076"/>
          <ac:spMkLst>
            <pc:docMk/>
            <pc:sldMk cId="1880619628" sldId="260"/>
            <ac:spMk id="2" creationId="{184D693D-0137-268C-C66A-80ABB7C91857}"/>
          </ac:spMkLst>
        </pc:spChg>
        <pc:spChg chg="mod">
          <ac:chgData name="Anusha Reddy" userId="397adb79a346ac92" providerId="LiveId" clId="{DD67E0AF-8F9D-4DD1-B3E3-8088460D465E}" dt="2026-07-25T04:46:30.655" v="634" actId="12"/>
          <ac:spMkLst>
            <pc:docMk/>
            <pc:sldMk cId="1880619628" sldId="260"/>
            <ac:spMk id="3" creationId="{2B9573DB-6C97-3533-9FFE-CD8542106217}"/>
          </ac:spMkLst>
        </pc:spChg>
      </pc:sldChg>
      <pc:sldChg chg="delSp mod">
        <pc:chgData name="Anusha Reddy" userId="397adb79a346ac92" providerId="LiveId" clId="{DD67E0AF-8F9D-4DD1-B3E3-8088460D465E}" dt="2026-07-30T04:59:09.640" v="1128" actId="21"/>
        <pc:sldMkLst>
          <pc:docMk/>
          <pc:sldMk cId="3462033558" sldId="261"/>
        </pc:sldMkLst>
        <pc:spChg chg="del">
          <ac:chgData name="Anusha Reddy" userId="397adb79a346ac92" providerId="LiveId" clId="{DD67E0AF-8F9D-4DD1-B3E3-8088460D465E}" dt="2026-07-30T04:59:09.640" v="1128" actId="21"/>
          <ac:spMkLst>
            <pc:docMk/>
            <pc:sldMk cId="3462033558" sldId="261"/>
            <ac:spMk id="2" creationId="{D7CD47BE-8893-67D4-2930-3FA26BD68269}"/>
          </ac:spMkLst>
        </pc:spChg>
      </pc:sldChg>
      <pc:sldChg chg="addSp delSp modSp new mod chgLayout">
        <pc:chgData name="Anusha Reddy" userId="397adb79a346ac92" providerId="LiveId" clId="{DD67E0AF-8F9D-4DD1-B3E3-8088460D465E}" dt="2026-07-25T02:07:51.553" v="115" actId="113"/>
        <pc:sldMkLst>
          <pc:docMk/>
          <pc:sldMk cId="77955201" sldId="262"/>
        </pc:sldMkLst>
        <pc:spChg chg="mod ord">
          <ac:chgData name="Anusha Reddy" userId="397adb79a346ac92" providerId="LiveId" clId="{DD67E0AF-8F9D-4DD1-B3E3-8088460D465E}" dt="2026-07-25T02:05:44.427" v="15" actId="122"/>
          <ac:spMkLst>
            <pc:docMk/>
            <pc:sldMk cId="77955201" sldId="262"/>
            <ac:spMk id="2" creationId="{470F9EDC-4D05-ECBF-3761-531C749208EA}"/>
          </ac:spMkLst>
        </pc:spChg>
        <pc:spChg chg="add mod ord">
          <ac:chgData name="Anusha Reddy" userId="397adb79a346ac92" providerId="LiveId" clId="{DD67E0AF-8F9D-4DD1-B3E3-8088460D465E}" dt="2026-07-25T02:07:51.553" v="115" actId="113"/>
          <ac:spMkLst>
            <pc:docMk/>
            <pc:sldMk cId="77955201" sldId="262"/>
            <ac:spMk id="5" creationId="{F1B12A8A-82F5-1D1E-A968-EA5D31E38806}"/>
          </ac:spMkLst>
        </pc:spChg>
      </pc:sldChg>
      <pc:sldChg chg="addSp delSp modSp new mod modClrScheme chgLayout">
        <pc:chgData name="Anusha Reddy" userId="397adb79a346ac92" providerId="LiveId" clId="{DD67E0AF-8F9D-4DD1-B3E3-8088460D465E}" dt="2026-07-30T03:05:16.160" v="1054" actId="2710"/>
        <pc:sldMkLst>
          <pc:docMk/>
          <pc:sldMk cId="3610390164" sldId="263"/>
        </pc:sldMkLst>
        <pc:spChg chg="mod ord">
          <ac:chgData name="Anusha Reddy" userId="397adb79a346ac92" providerId="LiveId" clId="{DD67E0AF-8F9D-4DD1-B3E3-8088460D465E}" dt="2026-07-30T02:59:25.765" v="847" actId="14100"/>
          <ac:spMkLst>
            <pc:docMk/>
            <pc:sldMk cId="3610390164" sldId="263"/>
            <ac:spMk id="2" creationId="{626C7A6F-27D7-89EE-3E03-0605AF435DDD}"/>
          </ac:spMkLst>
        </pc:spChg>
        <pc:spChg chg="del">
          <ac:chgData name="Anusha Reddy" userId="397adb79a346ac92" providerId="LiveId" clId="{DD67E0AF-8F9D-4DD1-B3E3-8088460D465E}" dt="2026-07-30T02:53:26.833" v="716" actId="6264"/>
          <ac:spMkLst>
            <pc:docMk/>
            <pc:sldMk cId="3610390164" sldId="263"/>
            <ac:spMk id="3" creationId="{5F93C429-83EE-9CD2-D1B3-A37F9ACCE8D2}"/>
          </ac:spMkLst>
        </pc:spChg>
        <pc:spChg chg="add del mod">
          <ac:chgData name="Anusha Reddy" userId="397adb79a346ac92" providerId="LiveId" clId="{DD67E0AF-8F9D-4DD1-B3E3-8088460D465E}" dt="2026-07-30T02:53:26.833" v="716" actId="6264"/>
          <ac:spMkLst>
            <pc:docMk/>
            <pc:sldMk cId="3610390164" sldId="263"/>
            <ac:spMk id="4" creationId="{8E87A011-D68E-2EE7-1E00-CC418221346C}"/>
          </ac:spMkLst>
        </pc:spChg>
        <pc:spChg chg="add del mod ord">
          <ac:chgData name="Anusha Reddy" userId="397adb79a346ac92" providerId="LiveId" clId="{DD67E0AF-8F9D-4DD1-B3E3-8088460D465E}" dt="2026-07-30T02:54:31.775" v="717" actId="3680"/>
          <ac:spMkLst>
            <pc:docMk/>
            <pc:sldMk cId="3610390164" sldId="263"/>
            <ac:spMk id="5" creationId="{6B4BFD64-1606-B1C3-DC78-35C3F7D37A4D}"/>
          </ac:spMkLst>
        </pc:spChg>
        <pc:spChg chg="add mod ord">
          <ac:chgData name="Anusha Reddy" userId="397adb79a346ac92" providerId="LiveId" clId="{DD67E0AF-8F9D-4DD1-B3E3-8088460D465E}" dt="2026-07-30T03:05:16.160" v="1054" actId="2710"/>
          <ac:spMkLst>
            <pc:docMk/>
            <pc:sldMk cId="3610390164" sldId="263"/>
            <ac:spMk id="7" creationId="{2848BCFC-FDF4-3749-42B6-56B963072FD4}"/>
          </ac:spMkLst>
        </pc:spChg>
        <pc:graphicFrameChg chg="add mod ord modGraphic">
          <ac:chgData name="Anusha Reddy" userId="397adb79a346ac92" providerId="LiveId" clId="{DD67E0AF-8F9D-4DD1-B3E3-8088460D465E}" dt="2026-07-30T02:59:39.018" v="848" actId="1076"/>
          <ac:graphicFrameMkLst>
            <pc:docMk/>
            <pc:sldMk cId="3610390164" sldId="263"/>
            <ac:graphicFrameMk id="6" creationId="{DD80980A-256B-A107-CE07-7F449DA64FED}"/>
          </ac:graphicFrameMkLst>
        </pc:graphicFrameChg>
      </pc:sldChg>
      <pc:sldChg chg="modSp new mod">
        <pc:chgData name="Anusha Reddy" userId="397adb79a346ac92" providerId="LiveId" clId="{DD67E0AF-8F9D-4DD1-B3E3-8088460D465E}" dt="2026-07-30T03:42:59.891" v="1104" actId="1076"/>
        <pc:sldMkLst>
          <pc:docMk/>
          <pc:sldMk cId="2598416540" sldId="264"/>
        </pc:sldMkLst>
        <pc:spChg chg="mod">
          <ac:chgData name="Anusha Reddy" userId="397adb79a346ac92" providerId="LiveId" clId="{DD67E0AF-8F9D-4DD1-B3E3-8088460D465E}" dt="2026-07-30T03:42:59.891" v="1104" actId="1076"/>
          <ac:spMkLst>
            <pc:docMk/>
            <pc:sldMk cId="2598416540" sldId="264"/>
            <ac:spMk id="2" creationId="{5EDD87C5-A646-0761-35FC-35B8CB1CCBDD}"/>
          </ac:spMkLst>
        </pc:spChg>
        <pc:spChg chg="mod">
          <ac:chgData name="Anusha Reddy" userId="397adb79a346ac92" providerId="LiveId" clId="{DD67E0AF-8F9D-4DD1-B3E3-8088460D465E}" dt="2026-07-30T03:42:49.363" v="1103" actId="14100"/>
          <ac:spMkLst>
            <pc:docMk/>
            <pc:sldMk cId="2598416540" sldId="264"/>
            <ac:spMk id="3" creationId="{8AB80E9C-3212-1B5A-18DF-4F119C811224}"/>
          </ac:spMkLst>
        </pc:spChg>
      </pc:sldChg>
      <pc:sldChg chg="modSp new mod">
        <pc:chgData name="Anusha Reddy" userId="397adb79a346ac92" providerId="LiveId" clId="{DD67E0AF-8F9D-4DD1-B3E3-8088460D465E}" dt="2026-07-30T04:58:46.743" v="1127" actId="14100"/>
        <pc:sldMkLst>
          <pc:docMk/>
          <pc:sldMk cId="2099690307" sldId="265"/>
        </pc:sldMkLst>
        <pc:spChg chg="mod">
          <ac:chgData name="Anusha Reddy" userId="397adb79a346ac92" providerId="LiveId" clId="{DD67E0AF-8F9D-4DD1-B3E3-8088460D465E}" dt="2026-07-30T04:58:46.743" v="1127" actId="14100"/>
          <ac:spMkLst>
            <pc:docMk/>
            <pc:sldMk cId="2099690307" sldId="265"/>
            <ac:spMk id="2" creationId="{C95977E9-CDD3-4A76-CBD8-B03C3A546C44}"/>
          </ac:spMkLst>
        </pc:spChg>
        <pc:spChg chg="mod">
          <ac:chgData name="Anusha Reddy" userId="397adb79a346ac92" providerId="LiveId" clId="{DD67E0AF-8F9D-4DD1-B3E3-8088460D465E}" dt="2026-07-30T04:58:40.481" v="1126" actId="14100"/>
          <ac:spMkLst>
            <pc:docMk/>
            <pc:sldMk cId="2099690307" sldId="265"/>
            <ac:spMk id="3" creationId="{D8E04FB2-76AD-786F-1804-1DC217515C47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C7B5EF-1B60-4BA8-95CA-F9589F76FDEF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46B359-D892-485B-838A-0DF4F4DE617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19821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46B359-D892-485B-838A-0DF4F4DE617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26422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608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53467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386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2096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5273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55440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6758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2961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117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674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1755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6976815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86909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29862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5078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29749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9409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A2DC0CB-7471-4A86-9920-3CEEEC859848}" type="datetimeFigureOut">
              <a:rPr lang="en-IN" smtClean="0"/>
              <a:t>30-07-2026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2E2935-15D3-44F2-AE3B-718DE7AD286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215592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priority-queue-set-1-introduction/?utm_source=chatgpt.com" TargetMode="External"/><Relationship Id="rId2" Type="http://schemas.openxmlformats.org/officeDocument/2006/relationships/hyperlink" Target="https://docs.oracle.com/en/java/javase/17/docs/api/java.base/java/util/PriorityQueue.html?utm_source=chatgpt.co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tutorialspoint.com/data_structures_algorithms/priority_queue.htm?utm_source=chatgpt.com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F9EDC-4D05-ECBF-3761-531C74920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</p:spPr>
        <p:txBody>
          <a:bodyPr/>
          <a:lstStyle/>
          <a:p>
            <a:pPr algn="ctr"/>
            <a:r>
              <a:rPr lang="en-IN" b="1" dirty="0">
                <a:solidFill>
                  <a:srgbClr val="FF0000"/>
                </a:solidFill>
              </a:rPr>
              <a:t>Task Scheduling System Using Priority Queue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B12A8A-82F5-1D1E-A968-EA5D31E388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4096" y="4552122"/>
            <a:ext cx="5267739" cy="1696277"/>
          </a:xfrm>
        </p:spPr>
        <p:txBody>
          <a:bodyPr/>
          <a:lstStyle/>
          <a:p>
            <a:r>
              <a:rPr lang="en-US" b="1" dirty="0"/>
              <a:t>NAME :- P. MANJUNATH NAIDU</a:t>
            </a:r>
          </a:p>
          <a:p>
            <a:r>
              <a:rPr lang="en-US" b="1" dirty="0"/>
              <a:t>REG NO:- 192525431</a:t>
            </a:r>
          </a:p>
          <a:p>
            <a:r>
              <a:rPr lang="en-US" b="1" dirty="0"/>
              <a:t>DEPARTMENT:- CSE(AI&amp;ML)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77955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B5B926-83D1-0123-F65A-7D2F0195E1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6409" y="745435"/>
            <a:ext cx="10270435" cy="944218"/>
          </a:xfrm>
        </p:spPr>
        <p:txBody>
          <a:bodyPr>
            <a:normAutofit/>
          </a:bodyPr>
          <a:lstStyle/>
          <a:p>
            <a:r>
              <a:rPr lang="en-IN" sz="4400" b="1" dirty="0">
                <a:solidFill>
                  <a:srgbClr val="FF0000"/>
                </a:solidFill>
              </a:rPr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809C77-F755-CA4D-7C96-DF83C2F25C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5983" y="2256183"/>
            <a:ext cx="11110637" cy="3001617"/>
          </a:xfrm>
        </p:spPr>
        <p:txBody>
          <a:bodyPr>
            <a:normAutofit lnSpcReduction="10000"/>
          </a:bodyPr>
          <a:lstStyle/>
          <a:p>
            <a:pPr>
              <a:lnSpc>
                <a:spcPct val="250000"/>
              </a:lnSpc>
            </a:pPr>
            <a:r>
              <a:rPr lang="en-IN" dirty="0">
                <a:cs typeface="Times New Roman" panose="02020603050405020304" pitchFamily="18" charset="0"/>
              </a:rPr>
              <a:t>A </a:t>
            </a:r>
            <a:r>
              <a:rPr lang="en-IN" b="1" dirty="0">
                <a:cs typeface="Times New Roman" panose="02020603050405020304" pitchFamily="18" charset="0"/>
              </a:rPr>
              <a:t>Task Scheduling System</a:t>
            </a:r>
            <a:r>
              <a:rPr lang="en-IN" dirty="0">
                <a:cs typeface="Times New Roman" panose="02020603050405020304" pitchFamily="18" charset="0"/>
              </a:rPr>
              <a:t> executes tasks based on their </a:t>
            </a:r>
            <a:r>
              <a:rPr lang="en-IN" b="1" dirty="0">
                <a:cs typeface="Times New Roman" panose="02020603050405020304" pitchFamily="18" charset="0"/>
              </a:rPr>
              <a:t>priority levels</a:t>
            </a:r>
            <a:r>
              <a:rPr lang="en-IN" dirty="0">
                <a:cs typeface="Times New Roman" panose="02020603050405020304" pitchFamily="18" charset="0"/>
              </a:rPr>
              <a:t>, ensuring that higher-priority tasks are processed first. A </a:t>
            </a:r>
            <a:r>
              <a:rPr lang="en-IN" b="1" dirty="0">
                <a:cs typeface="Times New Roman" panose="02020603050405020304" pitchFamily="18" charset="0"/>
              </a:rPr>
              <a:t>Priority Queue (Binary Heap)</a:t>
            </a:r>
            <a:r>
              <a:rPr lang="en-IN" dirty="0">
                <a:cs typeface="Times New Roman" panose="02020603050405020304" pitchFamily="18" charset="0"/>
              </a:rPr>
              <a:t> is the most suitable data structure because it provides efficient insertion and deletion operations, making task scheduling fast and effective.</a:t>
            </a:r>
          </a:p>
        </p:txBody>
      </p:sp>
    </p:spTree>
    <p:extLst>
      <p:ext uri="{BB962C8B-B14F-4D97-AF65-F5344CB8AC3E}">
        <p14:creationId xmlns:p14="http://schemas.microsoft.com/office/powerpoint/2010/main" val="3816160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BCD1-C2AE-1D54-BB75-42B277F66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94522"/>
            <a:ext cx="10515600" cy="796166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why priority queue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555921-CFAC-778F-326B-D8AB4AB6E5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5861" y="2052918"/>
            <a:ext cx="10677939" cy="419548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A </a:t>
            </a:r>
            <a:r>
              <a:rPr lang="en-IN" b="1" dirty="0"/>
              <a:t>Priority Queue</a:t>
            </a:r>
            <a:r>
              <a:rPr lang="en-IN" dirty="0"/>
              <a:t> is the best data structure for a task scheduling system because it always executes the </a:t>
            </a:r>
            <a:r>
              <a:rPr lang="en-IN" b="1" dirty="0"/>
              <a:t>highest-priority task first</a:t>
            </a:r>
            <a:r>
              <a:rPr lang="en-IN" dirty="0"/>
              <a:t>. It is widely used in operating systems and real-time applications where urgent tasks must be processed before less important ones.</a:t>
            </a:r>
          </a:p>
        </p:txBody>
      </p:sp>
    </p:spTree>
    <p:extLst>
      <p:ext uri="{BB962C8B-B14F-4D97-AF65-F5344CB8AC3E}">
        <p14:creationId xmlns:p14="http://schemas.microsoft.com/office/powerpoint/2010/main" val="39507613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48B971-8180-6359-38CE-01E9DF26F1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6854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rgbClr val="FF0000"/>
                </a:solidFill>
              </a:rPr>
              <a:t>Priority Queue Operations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BB765AE0-5B8F-D63A-E3C6-20ED37C63F8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66213876"/>
              </p:ext>
            </p:extLst>
          </p:nvPr>
        </p:nvGraphicFramePr>
        <p:xfrm>
          <a:off x="993913" y="1719471"/>
          <a:ext cx="9685200" cy="4829125"/>
        </p:xfrm>
        <a:graphic>
          <a:graphicData uri="http://schemas.openxmlformats.org/drawingml/2006/table">
            <a:tbl>
              <a:tblPr/>
              <a:tblGrid>
                <a:gridCol w="3228400">
                  <a:extLst>
                    <a:ext uri="{9D8B030D-6E8A-4147-A177-3AD203B41FA5}">
                      <a16:colId xmlns:a16="http://schemas.microsoft.com/office/drawing/2014/main" val="1283783070"/>
                    </a:ext>
                  </a:extLst>
                </a:gridCol>
                <a:gridCol w="3228400">
                  <a:extLst>
                    <a:ext uri="{9D8B030D-6E8A-4147-A177-3AD203B41FA5}">
                      <a16:colId xmlns:a16="http://schemas.microsoft.com/office/drawing/2014/main" val="2157107346"/>
                    </a:ext>
                  </a:extLst>
                </a:gridCol>
                <a:gridCol w="3228400">
                  <a:extLst>
                    <a:ext uri="{9D8B030D-6E8A-4147-A177-3AD203B41FA5}">
                      <a16:colId xmlns:a16="http://schemas.microsoft.com/office/drawing/2014/main" val="4111623622"/>
                    </a:ext>
                  </a:extLst>
                </a:gridCol>
              </a:tblGrid>
              <a:tr h="459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Operation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Description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Time Complexity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8588656"/>
                  </a:ext>
                </a:extLst>
              </a:tr>
              <a:tr h="80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Insert (Enqueue)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Adds a new task to the queue.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O(log 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840388"/>
                  </a:ext>
                </a:extLst>
              </a:tr>
              <a:tr h="80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Delete (Dequeue)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Removes the highest-priority task.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O(log n)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1524510"/>
                  </a:ext>
                </a:extLst>
              </a:tr>
              <a:tr h="114979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Peek (Top)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Returns the highest-priority task without removing it.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17403828"/>
                  </a:ext>
                </a:extLst>
              </a:tr>
              <a:tr h="80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isEmpty()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Checks whether the queue is empty.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O(1)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7856493"/>
                  </a:ext>
                </a:extLst>
              </a:tr>
              <a:tr h="8048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Size()</a:t>
                      </a:r>
                      <a:endParaRPr lang="en-IN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Returns the number of tasks in the queue.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O(1)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6224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4447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9D490E-9867-BA7B-E797-1D89F0152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1011" y="535651"/>
            <a:ext cx="6271524" cy="789673"/>
          </a:xfrm>
        </p:spPr>
        <p:txBody>
          <a:bodyPr/>
          <a:lstStyle/>
          <a:p>
            <a:r>
              <a:rPr lang="en-IN" b="1" dirty="0">
                <a:solidFill>
                  <a:srgbClr val="FF0000"/>
                </a:solidFill>
              </a:rPr>
              <a:t>Architecture Design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C3EB8A2C-8A92-A62B-873D-AFC0AF23DB23}"/>
              </a:ext>
            </a:extLst>
          </p:cNvPr>
          <p:cNvSpPr/>
          <p:nvPr/>
        </p:nvSpPr>
        <p:spPr>
          <a:xfrm>
            <a:off x="251011" y="2474613"/>
            <a:ext cx="1676401" cy="651720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User / System </a:t>
            </a:r>
          </a:p>
        </p:txBody>
      </p:sp>
      <p:sp>
        <p:nvSpPr>
          <p:cNvPr id="6" name="Arrow: Right 5">
            <a:extLst>
              <a:ext uri="{FF2B5EF4-FFF2-40B4-BE49-F238E27FC236}">
                <a16:creationId xmlns:a16="http://schemas.microsoft.com/office/drawing/2014/main" id="{C244D1E3-234E-B0BC-06AA-E8DD44242571}"/>
              </a:ext>
            </a:extLst>
          </p:cNvPr>
          <p:cNvSpPr/>
          <p:nvPr/>
        </p:nvSpPr>
        <p:spPr>
          <a:xfrm>
            <a:off x="2088776" y="2558157"/>
            <a:ext cx="914400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7603097-CE46-CE98-4455-FDCB736396B7}"/>
              </a:ext>
            </a:extLst>
          </p:cNvPr>
          <p:cNvSpPr/>
          <p:nvPr/>
        </p:nvSpPr>
        <p:spPr>
          <a:xfrm>
            <a:off x="3147866" y="2474613"/>
            <a:ext cx="1676401" cy="6517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bg1"/>
                </a:solidFill>
              </a:rPr>
              <a:t>Enter new job</a:t>
            </a:r>
            <a:endParaRPr lang="en-IN" sz="1400" b="1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51F9C63-CF63-0D18-D525-052FC3F9A75C}"/>
              </a:ext>
            </a:extLst>
          </p:cNvPr>
          <p:cNvSpPr/>
          <p:nvPr/>
        </p:nvSpPr>
        <p:spPr>
          <a:xfrm>
            <a:off x="6074772" y="2474612"/>
            <a:ext cx="1676400" cy="65172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sz="1400" b="1" dirty="0">
                <a:solidFill>
                  <a:schemeClr val="bg1"/>
                </a:solidFill>
              </a:rPr>
              <a:t>Priority Queue  (Binary Heap) 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C522C7CF-BAEE-7437-3329-CC4268A1F447}"/>
              </a:ext>
            </a:extLst>
          </p:cNvPr>
          <p:cNvSpPr/>
          <p:nvPr/>
        </p:nvSpPr>
        <p:spPr>
          <a:xfrm>
            <a:off x="9077924" y="2474613"/>
            <a:ext cx="1864658" cy="651720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Highest priority selection</a:t>
            </a:r>
            <a:endParaRPr lang="en-IN" sz="1600" b="1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B9B6B2E-B129-A107-5510-FA11967FFA13}"/>
              </a:ext>
            </a:extLst>
          </p:cNvPr>
          <p:cNvSpPr/>
          <p:nvPr/>
        </p:nvSpPr>
        <p:spPr>
          <a:xfrm>
            <a:off x="9077924" y="4141695"/>
            <a:ext cx="1864658" cy="785647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Execute the job 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D7CD8B-20B4-8F7F-11BA-77BDC1179041}"/>
              </a:ext>
            </a:extLst>
          </p:cNvPr>
          <p:cNvSpPr/>
          <p:nvPr/>
        </p:nvSpPr>
        <p:spPr>
          <a:xfrm>
            <a:off x="6074772" y="4275621"/>
            <a:ext cx="1676400" cy="651721"/>
          </a:xfrm>
          <a:prstGeom prst="round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Remove from queue</a:t>
            </a:r>
            <a:endParaRPr lang="en-IN" b="1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D2021B29-3BEC-6623-C14E-05ADB2C094BE}"/>
              </a:ext>
            </a:extLst>
          </p:cNvPr>
          <p:cNvSpPr/>
          <p:nvPr/>
        </p:nvSpPr>
        <p:spPr>
          <a:xfrm>
            <a:off x="4976039" y="2604112"/>
            <a:ext cx="914400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D1E0BB4A-B8A0-8660-0264-2138AC416A4C}"/>
              </a:ext>
            </a:extLst>
          </p:cNvPr>
          <p:cNvSpPr/>
          <p:nvPr/>
        </p:nvSpPr>
        <p:spPr>
          <a:xfrm>
            <a:off x="7870383" y="2604112"/>
            <a:ext cx="915029" cy="484632"/>
          </a:xfrm>
          <a:prstGeom prst="righ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Arrow: Curved Left 13">
            <a:extLst>
              <a:ext uri="{FF2B5EF4-FFF2-40B4-BE49-F238E27FC236}">
                <a16:creationId xmlns:a16="http://schemas.microsoft.com/office/drawing/2014/main" id="{4C5C361C-505F-1674-BAAF-43AA66A9BC59}"/>
              </a:ext>
            </a:extLst>
          </p:cNvPr>
          <p:cNvSpPr/>
          <p:nvPr/>
        </p:nvSpPr>
        <p:spPr>
          <a:xfrm>
            <a:off x="11167012" y="2800472"/>
            <a:ext cx="731520" cy="1829800"/>
          </a:xfrm>
          <a:prstGeom prst="curved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schemeClr val="tx1"/>
              </a:solidFill>
            </a:endParaRPr>
          </a:p>
        </p:txBody>
      </p:sp>
      <p:sp>
        <p:nvSpPr>
          <p:cNvPr id="15" name="Arrow: Left 14">
            <a:extLst>
              <a:ext uri="{FF2B5EF4-FFF2-40B4-BE49-F238E27FC236}">
                <a16:creationId xmlns:a16="http://schemas.microsoft.com/office/drawing/2014/main" id="{025C6DD2-DE94-7E4A-8707-DCCCFB5405D7}"/>
              </a:ext>
            </a:extLst>
          </p:cNvPr>
          <p:cNvSpPr/>
          <p:nvPr/>
        </p:nvSpPr>
        <p:spPr>
          <a:xfrm>
            <a:off x="7925344" y="4278527"/>
            <a:ext cx="978408" cy="484632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99091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4D693D-0137-268C-C66A-80ABB7C91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6847" y="421061"/>
            <a:ext cx="10582835" cy="663668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Algorithm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9573DB-6C97-3533-9FFE-CD854210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2354" y="1497106"/>
            <a:ext cx="8946541" cy="4195481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Start</a:t>
            </a:r>
            <a:r>
              <a:rPr lang="en-IN" dirty="0"/>
              <a:t>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Create an empty </a:t>
            </a:r>
            <a:r>
              <a:rPr lang="en-IN" b="1" dirty="0"/>
              <a:t>Priority Queue</a:t>
            </a:r>
            <a:r>
              <a:rPr lang="en-IN" dirty="0"/>
              <a:t>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Insert each task along with its </a:t>
            </a:r>
            <a:r>
              <a:rPr lang="en-IN" b="1" dirty="0"/>
              <a:t>priority</a:t>
            </a:r>
            <a:r>
              <a:rPr lang="en-IN" dirty="0"/>
              <a:t> into the Priority Queue.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While the Priority Queue is </a:t>
            </a:r>
            <a:r>
              <a:rPr lang="en-IN" b="1" dirty="0"/>
              <a:t>not empty</a:t>
            </a:r>
            <a:r>
              <a:rPr lang="en-IN" dirty="0"/>
              <a:t>: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Remove the task with the </a:t>
            </a:r>
            <a:r>
              <a:rPr lang="en-IN" b="1" dirty="0"/>
              <a:t>highest priority</a:t>
            </a:r>
            <a:r>
              <a:rPr lang="en-IN" dirty="0"/>
              <a:t>. </a:t>
            </a:r>
          </a:p>
          <a:p>
            <a:pPr lvl="1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dirty="0"/>
              <a:t>Execute the selected task. 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Repeat until all tasks are executed.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 </a:t>
            </a:r>
            <a:r>
              <a:rPr lang="en-IN" b="1" dirty="0"/>
              <a:t>Stop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8061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6C7A6F-27D7-89EE-3E03-0605AF435D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4954" y="149088"/>
            <a:ext cx="8825659" cy="844826"/>
          </a:xfrm>
        </p:spPr>
        <p:txBody>
          <a:bodyPr/>
          <a:lstStyle/>
          <a:p>
            <a:r>
              <a:rPr lang="en-US" b="1" dirty="0">
                <a:solidFill>
                  <a:srgbClr val="FF0000"/>
                </a:solidFill>
              </a:rPr>
              <a:t>Performance </a:t>
            </a:r>
            <a:r>
              <a:rPr lang="en-US" b="1" dirty="0" err="1">
                <a:solidFill>
                  <a:srgbClr val="FF0000"/>
                </a:solidFill>
              </a:rPr>
              <a:t>Efficience</a:t>
            </a:r>
            <a:endParaRPr lang="en-IN" b="1" dirty="0">
              <a:solidFill>
                <a:srgbClr val="FF0000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848BCFC-FDF4-3749-42B6-56B963072F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4954" y="3190461"/>
            <a:ext cx="9927176" cy="3021496"/>
          </a:xfrm>
        </p:spPr>
        <p:txBody>
          <a:bodyPr anchor="t"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>
                <a:solidFill>
                  <a:srgbClr val="FF0000"/>
                </a:solidFill>
              </a:rPr>
              <a:t>Advantages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b="1" dirty="0">
                <a:solidFill>
                  <a:srgbClr val="FF0000"/>
                </a:solidFill>
              </a:rPr>
              <a:t> </a:t>
            </a:r>
            <a:r>
              <a:rPr lang="en-US" sz="2400" dirty="0"/>
              <a:t>Fast scheduling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 err="1"/>
              <a:t>Efficience</a:t>
            </a:r>
            <a:r>
              <a:rPr lang="en-US" sz="2400" dirty="0"/>
              <a:t> memory usage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Suitable for real-time  system 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2400" dirty="0"/>
              <a:t>Processes  important task first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DD80980A-256B-A107-CE07-7F449DA64FED}"/>
              </a:ext>
            </a:extLst>
          </p:cNvPr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1432740474"/>
              </p:ext>
            </p:extLst>
          </p:nvPr>
        </p:nvGraphicFramePr>
        <p:xfrm>
          <a:off x="1470991" y="1508953"/>
          <a:ext cx="8947150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73575">
                  <a:extLst>
                    <a:ext uri="{9D8B030D-6E8A-4147-A177-3AD203B41FA5}">
                      <a16:colId xmlns:a16="http://schemas.microsoft.com/office/drawing/2014/main" val="3037685168"/>
                    </a:ext>
                  </a:extLst>
                </a:gridCol>
                <a:gridCol w="4473575">
                  <a:extLst>
                    <a:ext uri="{9D8B030D-6E8A-4147-A177-3AD203B41FA5}">
                      <a16:colId xmlns:a16="http://schemas.microsoft.com/office/drawing/2014/main" val="154545584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operations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Time complexity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8717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Insert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O(log n)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071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Delete highest priority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O(log n)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17626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Peek highest priority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O(1)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3967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03901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D87C5-A646-0761-35FC-35B8CB1CC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5198" y="1307483"/>
            <a:ext cx="9404723" cy="829430"/>
          </a:xfrm>
        </p:spPr>
        <p:txBody>
          <a:bodyPr/>
          <a:lstStyle/>
          <a:p>
            <a:r>
              <a:rPr lang="en-US" b="1" dirty="0">
                <a:solidFill>
                  <a:schemeClr val="accent1"/>
                </a:solidFill>
              </a:rPr>
              <a:t>Conclusion</a:t>
            </a:r>
            <a:endParaRPr lang="en-IN" b="1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B80E9C-3212-1B5A-18DF-4F119C811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951922"/>
            <a:ext cx="8946541" cy="300161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The selected data structure improves system performance.</a:t>
            </a:r>
          </a:p>
          <a:p>
            <a:pPr>
              <a:lnSpc>
                <a:spcPct val="150000"/>
              </a:lnSpc>
            </a:pPr>
            <a:r>
              <a:rPr lang="en-IN" dirty="0"/>
              <a:t> It provides faster and more efficient operations.</a:t>
            </a:r>
          </a:p>
          <a:p>
            <a:pPr>
              <a:lnSpc>
                <a:spcPct val="150000"/>
              </a:lnSpc>
            </a:pPr>
            <a:r>
              <a:rPr lang="en-IN" dirty="0"/>
              <a:t> It helps manage data in an organized way. </a:t>
            </a:r>
          </a:p>
          <a:p>
            <a:pPr>
              <a:lnSpc>
                <a:spcPct val="150000"/>
              </a:lnSpc>
            </a:pPr>
            <a:r>
              <a:rPr lang="en-IN" dirty="0"/>
              <a:t>It reduces processing time and increases reliability.</a:t>
            </a:r>
          </a:p>
        </p:txBody>
      </p:sp>
    </p:spTree>
    <p:extLst>
      <p:ext uri="{BB962C8B-B14F-4D97-AF65-F5344CB8AC3E}">
        <p14:creationId xmlns:p14="http://schemas.microsoft.com/office/powerpoint/2010/main" val="25984165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977E9-CDD3-4A76-CBD8-B03C3A546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824948"/>
            <a:ext cx="9404723" cy="1028300"/>
          </a:xfrm>
        </p:spPr>
        <p:txBody>
          <a:bodyPr/>
          <a:lstStyle/>
          <a:p>
            <a:r>
              <a:rPr lang="en-IN" b="1" dirty="0">
                <a:solidFill>
                  <a:schemeClr val="accent1"/>
                </a:solidFill>
              </a:rPr>
              <a:t>References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E04FB2-76AD-786F-1804-1DC217515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967948"/>
            <a:ext cx="9404722" cy="4280451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dirty="0"/>
              <a:t>Introduction to Algorithms </a:t>
            </a:r>
          </a:p>
          <a:p>
            <a:pPr>
              <a:lnSpc>
                <a:spcPct val="150000"/>
              </a:lnSpc>
            </a:pPr>
            <a:r>
              <a:rPr lang="en-IN" sz="2400" dirty="0"/>
              <a:t>Data Structures and Algorithm Analysis in Java </a:t>
            </a:r>
          </a:p>
          <a:p>
            <a:pPr>
              <a:lnSpc>
                <a:spcPct val="150000"/>
              </a:lnSpc>
            </a:pPr>
            <a:r>
              <a:rPr lang="en-IN" sz="2400" dirty="0">
                <a:solidFill>
                  <a:srgbClr val="58C1BA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Oracle Java Documentation – </a:t>
            </a:r>
            <a:r>
              <a:rPr lang="en-IN" sz="24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PriorityQueue</a:t>
            </a:r>
            <a:r>
              <a:rPr lang="en-IN" sz="2400" dirty="0"/>
              <a:t> </a:t>
            </a:r>
          </a:p>
          <a:p>
            <a:pPr>
              <a:lnSpc>
                <a:spcPct val="150000"/>
              </a:lnSpc>
            </a:pPr>
            <a:r>
              <a:rPr lang="en-IN" sz="2400" dirty="0" err="1">
                <a:solidFill>
                  <a:srgbClr val="58C1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GeeksforGeeks</a:t>
            </a:r>
            <a:r>
              <a:rPr lang="en-IN" sz="2400" dirty="0">
                <a:solidFill>
                  <a:srgbClr val="58C1BA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 – Priority Queue Data </a:t>
            </a:r>
            <a:r>
              <a:rPr lang="en-IN" sz="2400" dirty="0"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Structure</a:t>
            </a:r>
            <a:endParaRPr lang="en-IN" sz="2400" dirty="0"/>
          </a:p>
          <a:p>
            <a:pPr>
              <a:lnSpc>
                <a:spcPct val="150000"/>
              </a:lnSpc>
            </a:pPr>
            <a:r>
              <a:rPr lang="en-IN" sz="2400" dirty="0"/>
              <a:t> </a:t>
            </a:r>
            <a:r>
              <a:rPr lang="en-IN" sz="2400" dirty="0" err="1">
                <a:solidFill>
                  <a:srgbClr val="58C1BA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TutorialsPoint</a:t>
            </a:r>
            <a:r>
              <a:rPr lang="en-IN" sz="2400" dirty="0"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– Priority Queue Tutorial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0996903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AB29D3-A23B-1D66-E976-D9849DC97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07296" y="3309731"/>
            <a:ext cx="11731487" cy="103367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6600" b="1" dirty="0"/>
              <a:t>Thank you</a:t>
            </a:r>
            <a:endParaRPr lang="en-IN" sz="6600" b="1" dirty="0"/>
          </a:p>
        </p:txBody>
      </p:sp>
    </p:spTree>
    <p:extLst>
      <p:ext uri="{BB962C8B-B14F-4D97-AF65-F5344CB8AC3E}">
        <p14:creationId xmlns:p14="http://schemas.microsoft.com/office/powerpoint/2010/main" val="346203355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436</TotalTime>
  <Words>383</Words>
  <Application>Microsoft Office PowerPoint</Application>
  <PresentationFormat>Widescreen</PresentationFormat>
  <Paragraphs>70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Century Gothic</vt:lpstr>
      <vt:lpstr>Times New Roman</vt:lpstr>
      <vt:lpstr>Wingdings</vt:lpstr>
      <vt:lpstr>Wingdings 3</vt:lpstr>
      <vt:lpstr>Ion</vt:lpstr>
      <vt:lpstr>Task Scheduling System Using Priority Queue</vt:lpstr>
      <vt:lpstr>Introduction</vt:lpstr>
      <vt:lpstr>why priority queue</vt:lpstr>
      <vt:lpstr>Priority Queue Operations</vt:lpstr>
      <vt:lpstr>Architecture Design</vt:lpstr>
      <vt:lpstr>Algorithm</vt:lpstr>
      <vt:lpstr>Performance Efficience</vt:lpstr>
      <vt:lpstr>Conclusion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Anusha Reddy</dc:creator>
  <cp:lastModifiedBy>Anusha Reddy</cp:lastModifiedBy>
  <cp:revision>1</cp:revision>
  <dcterms:created xsi:type="dcterms:W3CDTF">2026-07-21T16:27:29Z</dcterms:created>
  <dcterms:modified xsi:type="dcterms:W3CDTF">2026-07-30T04:59:18Z</dcterms:modified>
</cp:coreProperties>
</file>